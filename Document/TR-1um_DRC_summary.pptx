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5" r:id="rId20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945"/>
    <p:restoredTop sz="94218"/>
  </p:normalViewPr>
  <p:slideViewPr>
    <p:cSldViewPr snapToGrid="0">
      <p:cViewPr>
        <p:scale>
          <a:sx n="110" d="100"/>
          <a:sy n="110" d="100"/>
        </p:scale>
        <p:origin x="-1824" y="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2026/01/08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2026/01/08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09710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323570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3639</TotalTime>
  <Words>2403</Words>
  <Application>Microsoft Macintosh PowerPoint</Application>
  <PresentationFormat>Widescreen</PresentationFormat>
  <Paragraphs>1182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2026/01/07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42</cp:revision>
  <cp:lastPrinted>2025-12-26T07:04:29Z</cp:lastPrinted>
  <dcterms:created xsi:type="dcterms:W3CDTF">2025-11-21T00:35:17Z</dcterms:created>
  <dcterms:modified xsi:type="dcterms:W3CDTF">2026-01-08T05:33:49Z</dcterms:modified>
</cp:coreProperties>
</file>