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874"/>
    <p:restoredTop sz="94286"/>
  </p:normalViewPr>
  <p:slideViewPr>
    <p:cSldViewPr snapToGrid="0">
      <p:cViewPr varScale="1">
        <p:scale>
          <a:sx n="98" d="100"/>
          <a:sy n="98" d="100"/>
        </p:scale>
        <p:origin x="22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2026/04/15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2026/04/15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627208" y="378832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5F0AF39-C438-C26B-177D-5A1ADF32DE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541676"/>
              </p:ext>
            </p:extLst>
          </p:nvPr>
        </p:nvGraphicFramePr>
        <p:xfrm>
          <a:off x="7655269" y="544374"/>
          <a:ext cx="4320000" cy="30422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81176981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80686530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47393351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21614513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94396612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0970180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281034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2802266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210428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583266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92165680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10255218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96304263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4765021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534930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0334021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0591627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05293606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14082198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12330346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76603216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 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305919" y="4209948"/>
            <a:ext cx="1572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[pull request]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3816</TotalTime>
  <Words>2434</Words>
  <Application>Microsoft Macintosh PowerPoint</Application>
  <PresentationFormat>Widescreen</PresentationFormat>
  <Paragraphs>1176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58</cp:revision>
  <cp:lastPrinted>2025-12-26T07:04:29Z</cp:lastPrinted>
  <dcterms:created xsi:type="dcterms:W3CDTF">2025-11-21T00:35:17Z</dcterms:created>
  <dcterms:modified xsi:type="dcterms:W3CDTF">2026-04-15T00:26:07Z</dcterms:modified>
</cp:coreProperties>
</file>