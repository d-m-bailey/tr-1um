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153"/>
    <p:restoredTop sz="94323"/>
  </p:normalViewPr>
  <p:slideViewPr>
    <p:cSldViewPr snapToGrid="0">
      <p:cViewPr varScale="1">
        <p:scale>
          <a:sx n="93" d="100"/>
          <a:sy n="93" d="100"/>
        </p:scale>
        <p:origin x="232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2026/06/01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2026/06/01</a:t>
            </a: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BEA947A3-DC7A-2308-3CCA-83819829C4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28955"/>
              </p:ext>
            </p:extLst>
          </p:nvPr>
        </p:nvGraphicFramePr>
        <p:xfrm>
          <a:off x="7737459" y="335601"/>
          <a:ext cx="4320000" cy="43199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3894858368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6009523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7507324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75077107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3533565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900189723"/>
                    </a:ext>
                  </a:extLst>
                </a:gridCol>
              </a:tblGrid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53871510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9414661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258101239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0403391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976941860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207080288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243387729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0088932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020794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26878617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10834338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08130610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591742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578869796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28.5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95694239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95167825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2212667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61105104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80830317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83338974"/>
                  </a:ext>
                </a:extLst>
              </a:tr>
              <a:tr h="2057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7842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627208" y="378832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1997248-2F8E-2F13-C167-913A532CE6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398914"/>
              </p:ext>
            </p:extLst>
          </p:nvPr>
        </p:nvGraphicFramePr>
        <p:xfrm>
          <a:off x="7655269" y="214931"/>
          <a:ext cx="4320000" cy="3566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83984525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23434528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907910937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8188400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59487110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593326137"/>
                    </a:ext>
                  </a:extLst>
                </a:gridCol>
              </a:tblGrid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0513726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96849237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927011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05467416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24484022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PMOS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08600350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7181494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5757275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67833789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74473250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3871259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75819853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95074792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07166290"/>
                  </a:ext>
                </a:extLst>
              </a:tr>
              <a:tr h="23777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591721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AR.L1 ：allow only 4,6,12,20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6810556B-C3DE-2E53-5C02-5BB63A97F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115665"/>
              </p:ext>
            </p:extLst>
          </p:nvPr>
        </p:nvGraphicFramePr>
        <p:xfrm>
          <a:off x="7639286" y="518868"/>
          <a:ext cx="4319999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0476303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50160436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51345300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10250254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1727685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7211009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2645623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7628543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589902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84496487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AR.PW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6399013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38492340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9567908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6065366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TieDown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5957462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36150503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0324576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3846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7211370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97.5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0748518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AR(T)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5766047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54222251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5298648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7680876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2.9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0537046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784238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2BCF969-CFD7-D349-A579-35497392E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382516"/>
              </p:ext>
            </p:extLst>
          </p:nvPr>
        </p:nvGraphicFramePr>
        <p:xfrm>
          <a:off x="7694016" y="360024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355843020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907441165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420286047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49845193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84592522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197575111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41503228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8749126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30422738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1640548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648058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31974544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1.3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1437063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618432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5149268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84094907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9176316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9280806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82403254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032894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95499335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2983690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76581371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872867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3870</TotalTime>
  <Words>2511</Words>
  <Application>Microsoft Macintosh PowerPoint</Application>
  <PresentationFormat>Widescreen</PresentationFormat>
  <Paragraphs>1197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64</cp:revision>
  <cp:lastPrinted>2025-12-26T07:04:29Z</cp:lastPrinted>
  <dcterms:created xsi:type="dcterms:W3CDTF">2025-11-21T00:35:17Z</dcterms:created>
  <dcterms:modified xsi:type="dcterms:W3CDTF">2026-06-01T04:31:41Z</dcterms:modified>
</cp:coreProperties>
</file>