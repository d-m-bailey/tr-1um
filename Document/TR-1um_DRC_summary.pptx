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  <p:sldId id="269" r:id="rId16"/>
    <p:sldId id="277" r:id="rId17"/>
    <p:sldId id="278" r:id="rId18"/>
    <p:sldId id="280" r:id="rId19"/>
    <p:sldId id="285" r:id="rId20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171"/>
    <p:restoredTop sz="94218"/>
  </p:normalViewPr>
  <p:slideViewPr>
    <p:cSldViewPr snapToGrid="0">
      <p:cViewPr varScale="1">
        <p:scale>
          <a:sx n="83" d="100"/>
          <a:sy n="83" d="100"/>
        </p:scale>
        <p:origin x="232" y="9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2026/01/07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2026/01/07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3011812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2531212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2951669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3011812" y="105401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2531212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4361484" y="54000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4361484" y="59723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2951669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4842084" y="200231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4781941" y="208764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4842084" y="105401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4781941" y="119020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158" y="372946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2395989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3064830" y="3429000"/>
            <a:ext cx="22065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471" y="481887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2396302" y="465682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3122573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5218265" y="356741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5982020" y="342900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5218265" y="465682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5982020" y="451841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2534403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5356678" y="305966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5536678" y="37423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5531893" y="483172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2898425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B7AAF8E-8B5B-9BC6-B202-33012D090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2756222"/>
              </p:ext>
            </p:extLst>
          </p:nvPr>
        </p:nvGraphicFramePr>
        <p:xfrm>
          <a:off x="7740000" y="540000"/>
          <a:ext cx="4271999" cy="177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87815446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58694424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7499643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0071313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50426467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89895337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861674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4048561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498499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25708162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291412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5938426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351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6934210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CO.PG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3748257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5026508" y="5552363"/>
            <a:ext cx="1575293" cy="961651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835353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1989219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297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2026/01/07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A64E-E993-3134-413B-44442E2E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EAC3C4-FF98-8767-7041-F81303A81157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ESD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C86F92-77D4-C139-AD06-7C052F0345C8}"/>
              </a:ext>
            </a:extLst>
          </p:cNvPr>
          <p:cNvSpPr txBox="1"/>
          <p:nvPr/>
        </p:nvSpPr>
        <p:spPr>
          <a:xfrm>
            <a:off x="578623" y="938673"/>
            <a:ext cx="112688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Wmin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Lmin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11.0/2.0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Wmax/max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PMOS/NMOS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と同じ 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60.0/30.0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で良いか？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5662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3318</TotalTime>
  <Words>2363</Words>
  <Application>Microsoft Macintosh PowerPoint</Application>
  <PresentationFormat>Widescreen</PresentationFormat>
  <Paragraphs>1158</Paragraphs>
  <Slides>19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2026/01/07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39</cp:revision>
  <cp:lastPrinted>2025-12-26T07:04:29Z</cp:lastPrinted>
  <dcterms:created xsi:type="dcterms:W3CDTF">2025-11-21T00:35:17Z</dcterms:created>
  <dcterms:modified xsi:type="dcterms:W3CDTF">2026-01-07T07:07:16Z</dcterms:modified>
</cp:coreProperties>
</file>